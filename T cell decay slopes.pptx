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71" r:id="rId3"/>
    <p:sldId id="267" r:id="rId4"/>
    <p:sldId id="258" r:id="rId5"/>
    <p:sldId id="266" r:id="rId6"/>
    <p:sldId id="268" r:id="rId7"/>
    <p:sldId id="269" r:id="rId8"/>
    <p:sldId id="272" r:id="rId9"/>
    <p:sldId id="273" r:id="rId10"/>
    <p:sldId id="274" r:id="rId11"/>
    <p:sldId id="275" r:id="rId12"/>
    <p:sldId id="278" r:id="rId13"/>
    <p:sldId id="276" r:id="rId14"/>
    <p:sldId id="27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00" autoAdjust="0"/>
    <p:restoredTop sz="94660"/>
  </p:normalViewPr>
  <p:slideViewPr>
    <p:cSldViewPr snapToGrid="0">
      <p:cViewPr varScale="1">
        <p:scale>
          <a:sx n="78" d="100"/>
          <a:sy n="78" d="100"/>
        </p:scale>
        <p:origin x="69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E2FC7-F7B1-2B83-7B2C-C3301B77A1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9477AC-326A-0BDF-4B02-66DE9CE332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A5643-25DD-8B9E-F1DD-07061941E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3C8C7-CBCA-4667-931A-6DAEBDCEF4E5}" type="datetimeFigureOut">
              <a:rPr lang="en-AU" smtClean="0"/>
              <a:t>28/09/2026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BB1D20-07D1-A69C-DD55-D09DE64344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C4406E-3340-CAAC-3060-DACB6758F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AFBEC-5CA2-4B7B-867A-D5BED69CDD5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91155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223AE-3198-34F4-73C2-02B8A016C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D45BFD-6312-A838-8D00-D6CBA8A3C6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D1D525-1294-0C3F-E165-5D53A7FA6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3C8C7-CBCA-4667-931A-6DAEBDCEF4E5}" type="datetimeFigureOut">
              <a:rPr lang="en-AU" smtClean="0"/>
              <a:t>28/09/2026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380C6B-9A82-70DF-9495-95B3EC6C1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20762B-8B5F-5FF2-51ED-EB1CFE870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AFBEC-5CA2-4B7B-867A-D5BED69CDD5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926047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F0B19-CFCB-213A-1F8F-E2AE20989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802992-25D2-02FE-2872-F46E910C4C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C6A4AC-8F11-C528-7DEB-AFC239372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3C8C7-CBCA-4667-931A-6DAEBDCEF4E5}" type="datetimeFigureOut">
              <a:rPr lang="en-AU" smtClean="0"/>
              <a:t>28/09/2026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48AC44-1F21-595A-0941-414BC9BC8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82B00F-9928-26FC-2C1D-C202C9391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AFBEC-5CA2-4B7B-867A-D5BED69CDD5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831622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BDD3E-253C-015D-5013-232581B00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3E82AB-BFA1-B653-A624-81DFB6FAB0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E40C46-5C53-33DF-4470-0E95607DD6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7AE1BF-5D19-1E75-29E3-F4931E8C9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3C8C7-CBCA-4667-931A-6DAEBDCEF4E5}" type="datetimeFigureOut">
              <a:rPr lang="en-AU" smtClean="0"/>
              <a:t>28/09/2026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693D43-A2B8-AE4B-C3B2-35FEABEF3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8DC42E-84CE-0EC7-B0C4-8D664D519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AFBEC-5CA2-4B7B-867A-D5BED69CDD5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545509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58191-1813-7A00-A6D5-7AA6A028F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24EFDF-2FCF-4225-CE80-AA0775A5B9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66E77D-D800-8700-430F-8532CFCDC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C8A992-9B33-4CD0-C7C9-95BB9A3B70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2A8C851-E178-7D27-1B66-1F184B8483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FBEF8E-B6B0-D30F-2928-EECBFB297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3C8C7-CBCA-4667-931A-6DAEBDCEF4E5}" type="datetimeFigureOut">
              <a:rPr lang="en-AU" smtClean="0"/>
              <a:t>28/09/2026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32C981-5BDB-1E53-73B1-452E0B3BB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1F7F39-0779-D050-CF26-AC3A58D8D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AFBEC-5CA2-4B7B-867A-D5BED69CDD5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774023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0D7B7-316B-4E3B-DB4A-4C9538957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B4CD06-718D-3CC1-4BA8-61BBD49DC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3C8C7-CBCA-4667-931A-6DAEBDCEF4E5}" type="datetimeFigureOut">
              <a:rPr lang="en-AU" smtClean="0"/>
              <a:t>28/09/2026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81240A-FE60-3219-8896-3CF1BD8A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44BECF-9D39-CFD9-CDB2-F516243B2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AFBEC-5CA2-4B7B-867A-D5BED69CDD5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67189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9B3F05-3470-C11B-2FD9-F72DA0ECB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3C8C7-CBCA-4667-931A-6DAEBDCEF4E5}" type="datetimeFigureOut">
              <a:rPr lang="en-AU" smtClean="0"/>
              <a:t>28/09/2026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285D4B-6F9E-EAE5-EF71-3D09AE54C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65068-5D53-456D-50F2-D7C41BAC3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AFBEC-5CA2-4B7B-867A-D5BED69CDD5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091100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1D3F0-B5E7-5DAA-1E17-40900F445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9E91A-3C95-B0A3-08E6-E3459BF377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B2319C-B70A-7FEB-A3F1-E16B95D28D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5876CA-D719-D2F4-7EE2-C8EDC8EF2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3C8C7-CBCA-4667-931A-6DAEBDCEF4E5}" type="datetimeFigureOut">
              <a:rPr lang="en-AU" smtClean="0"/>
              <a:t>28/09/2026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F3CFA7-61CB-0B8E-7EDD-B28C0D4D5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CCAF13-78FC-D82E-3847-B4F27AFD1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AFBEC-5CA2-4B7B-867A-D5BED69CDD5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00682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BF3A8-06B2-69B9-7380-7125F943F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6617CC-50E9-225B-1372-CC1A95F4E2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476948-A441-473D-B65D-D03C04F4B1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90634C-4A32-D006-721F-A867FB9D0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3C8C7-CBCA-4667-931A-6DAEBDCEF4E5}" type="datetimeFigureOut">
              <a:rPr lang="en-AU" smtClean="0"/>
              <a:t>28/09/2026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54ED3A-8F29-A2C3-4F13-360372551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500AF0-3E97-56AD-9762-4BBF25BF0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AFBEC-5CA2-4B7B-867A-D5BED69CDD5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415237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2EB31-17BC-329D-70AC-5E6071C39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279D39-398E-F48C-13F1-B488F7F9B6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6A8225-37EE-3A77-25C4-FFCBAEFED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3C8C7-CBCA-4667-931A-6DAEBDCEF4E5}" type="datetimeFigureOut">
              <a:rPr lang="en-AU" smtClean="0"/>
              <a:t>28/09/2026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960808-6556-E80E-186F-93BF04A0B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5165A6-BB3F-0327-62F4-C99D5847F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AFBEC-5CA2-4B7B-867A-D5BED69CDD5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824803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641CA1-8886-DB45-6772-D2177F5EA4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977F45-3696-01C7-E85A-84B20CF9D3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415B2-BDA9-2C88-D216-532E773ED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3C8C7-CBCA-4667-931A-6DAEBDCEF4E5}" type="datetimeFigureOut">
              <a:rPr lang="en-AU" smtClean="0"/>
              <a:t>28/09/2026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264E1C-9DCC-E4B6-1D2B-55DC908A1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4AF9F-A310-2A9B-65C2-1505B721D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AFBEC-5CA2-4B7B-867A-D5BED69CDD5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6295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D1E3D2-1C6F-4819-6FF4-85F8113F5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8C4098-0A80-ACB3-008E-4FC72771B0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400D66-2D37-8134-C7F9-D2FC1E1CD9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63C8C7-CBCA-4667-931A-6DAEBDCEF4E5}" type="datetimeFigureOut">
              <a:rPr lang="en-AU" smtClean="0"/>
              <a:t>28/09/2026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06F7B-8CE9-343C-6925-1AABB6B4CC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2804FC-8D17-D9A4-1A77-7020E841EF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EAFBEC-5CA2-4B7B-867A-D5BED69CDD5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20415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C1C32-D0C4-6B78-4C26-309946A12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CD8 Tet+</a:t>
            </a:r>
            <a:endParaRPr lang="en-AU" dirty="0">
              <a:solidFill>
                <a:srgbClr val="FF0000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B8EC501-B394-923C-6041-5EA80470DA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4060"/>
            <a:ext cx="6400813" cy="384048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C6812FA-66E8-9787-45FA-795B96F6AA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5589" y="2378911"/>
            <a:ext cx="5486411" cy="2926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131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D601A-9F6C-73A3-4DA5-2D9071888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F5AFC-59A1-D0E2-5343-B89177536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CD8 Tet+ </a:t>
            </a:r>
            <a:r>
              <a:rPr lang="sv-SE" dirty="0">
                <a:solidFill>
                  <a:srgbClr val="FF0000"/>
                </a:solidFill>
              </a:rPr>
              <a:t>KLRG1+ CD127- effector</a:t>
            </a:r>
            <a:endParaRPr lang="en-AU" dirty="0"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F26B54-59F5-E2AF-413C-38B9249E54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41375"/>
            <a:ext cx="6400813" cy="38404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077D13-F385-7D8F-E2D0-ED871FCD54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5589" y="2546060"/>
            <a:ext cx="5486411" cy="2926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8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19B79-6517-0451-8B67-1DF385713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15CF4-AE4D-992D-B76A-0253927D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CD8 Tet+ </a:t>
            </a:r>
            <a:r>
              <a:rPr lang="sv-SE" dirty="0">
                <a:solidFill>
                  <a:srgbClr val="FF0000"/>
                </a:solidFill>
              </a:rPr>
              <a:t>CD127+ KLRG1- memory</a:t>
            </a:r>
            <a:endParaRPr lang="en-AU" dirty="0"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CF1E83-1073-419E-2BED-C9387421A4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82382"/>
            <a:ext cx="6400813" cy="38404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DBADF8D-B09D-661C-B988-D92F72E25A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5589" y="2487066"/>
            <a:ext cx="5486411" cy="2926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3063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58E9-C276-AB45-3EB1-8DE3829D8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67B10-3352-4240-46D8-E0B94380F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CD8 Tet+ CD62L- CX3CR1hi TEM</a:t>
            </a:r>
            <a:endParaRPr lang="en-AU" dirty="0">
              <a:solidFill>
                <a:srgbClr val="FF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BF8893F-A964-A18D-526F-7C7E10448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92214"/>
            <a:ext cx="6400813" cy="384048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FCFAC3-4C4D-1427-EEA4-24AF7DED5A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5589" y="2565725"/>
            <a:ext cx="5486411" cy="2926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199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D78DB-01C5-9522-285F-87F4F3232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E780E-1441-7078-C32B-A521AA47E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CD8 Tet+ </a:t>
            </a:r>
            <a:r>
              <a:rPr lang="sv-SE" dirty="0">
                <a:solidFill>
                  <a:srgbClr val="FF0000"/>
                </a:solidFill>
              </a:rPr>
              <a:t>CD127+ CD62L+ CX3CR1- KLRG1- TCM</a:t>
            </a:r>
            <a:endParaRPr lang="en-AU" dirty="0">
              <a:solidFill>
                <a:srgbClr val="FF0000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9415A66-E444-1BFD-8039-FF0CCC8818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70873"/>
            <a:ext cx="6400813" cy="384048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5086068-6E9F-CA39-02E9-149A5189C1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1297" y="2603911"/>
            <a:ext cx="5486411" cy="2926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2665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5A729-DBA0-1F7B-9A8B-190E90D8F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2D66D-44FB-53DD-35BF-D32973C0E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CD8 Tet+ </a:t>
            </a:r>
            <a:r>
              <a:rPr lang="sv-SE" dirty="0">
                <a:solidFill>
                  <a:srgbClr val="FF0000"/>
                </a:solidFill>
              </a:rPr>
              <a:t>CD127+ KLRG1- TCF1+ SLAMF6+ Tscm</a:t>
            </a:r>
            <a:endParaRPr lang="en-AU" dirty="0">
              <a:solidFill>
                <a:srgbClr val="FF0000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D467B7-E7B3-11BF-D050-C54F2E6D8F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55323"/>
            <a:ext cx="6400813" cy="38404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6F95643-8240-57CF-CF00-C8E5A9D665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3827" y="2540115"/>
            <a:ext cx="5486411" cy="2926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5067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B8321-4B04-49F9-2C35-EA4C496EF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F3F67-EBD1-02BA-F086-E01AC97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CD8 Tet+ </a:t>
            </a:r>
            <a:r>
              <a:rPr lang="sv-SE" dirty="0">
                <a:solidFill>
                  <a:srgbClr val="FF0000"/>
                </a:solidFill>
              </a:rPr>
              <a:t>CXCR5+ PD1+ CD127+ KLRG-1 TFHlike</a:t>
            </a:r>
            <a:endParaRPr lang="en-AU" dirty="0">
              <a:solidFill>
                <a:srgbClr val="FF0000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ECD6DCA-1503-4F8E-35A8-2A3B888C2D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61649"/>
            <a:ext cx="6400813" cy="38404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172B6B9-EEED-9B1C-A090-D177FA8CBD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5724" y="2688970"/>
            <a:ext cx="5486411" cy="2926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6692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A93F4-E6DA-71B9-FF03-04DE01945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rgbClr val="00B050"/>
                </a:solidFill>
              </a:rPr>
              <a:t>CD4 </a:t>
            </a:r>
            <a:r>
              <a:rPr lang="en-AU" dirty="0" err="1">
                <a:solidFill>
                  <a:srgbClr val="00B050"/>
                </a:solidFill>
              </a:rPr>
              <a:t>tet</a:t>
            </a:r>
            <a:r>
              <a:rPr lang="en-AU" dirty="0">
                <a:solidFill>
                  <a:srgbClr val="00B050"/>
                </a:solidFill>
              </a:rPr>
              <a:t>+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743A741-9343-A0D5-1841-DC86EDDF53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65956"/>
            <a:ext cx="6400813" cy="384048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1731133-E97A-5B94-8015-89AFB77AF5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6989" y="2657073"/>
            <a:ext cx="5486411" cy="2926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531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44B98-8647-75C5-E2BF-60C0F4C68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F47B6-03EA-D3B8-D16C-2F821E1A3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rgbClr val="00B050"/>
                </a:solidFill>
              </a:rPr>
              <a:t>CD4 </a:t>
            </a:r>
            <a:r>
              <a:rPr lang="en-AU" dirty="0" err="1">
                <a:solidFill>
                  <a:srgbClr val="00B050"/>
                </a:solidFill>
              </a:rPr>
              <a:t>tet</a:t>
            </a:r>
            <a:r>
              <a:rPr lang="en-AU" dirty="0">
                <a:solidFill>
                  <a:srgbClr val="00B050"/>
                </a:solidFill>
              </a:rPr>
              <a:t>+ Ly6C FOXP3 </a:t>
            </a:r>
            <a:r>
              <a:rPr lang="en-AU" dirty="0" err="1">
                <a:solidFill>
                  <a:srgbClr val="00B050"/>
                </a:solidFill>
              </a:rPr>
              <a:t>Teff_cells</a:t>
            </a:r>
            <a:endParaRPr lang="en-AU" dirty="0">
              <a:solidFill>
                <a:srgbClr val="00B050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AE98082-AACD-147E-334A-0AD7436530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76588"/>
            <a:ext cx="6400813" cy="384048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319E17D-BA0F-135A-0CAB-745F695BC0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5091" y="2603911"/>
            <a:ext cx="5486411" cy="2926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1153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04E9-71F1-E417-B6C6-990177BEB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75692-C970-4C9A-40F4-81D66B08E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rgbClr val="00B050"/>
                </a:solidFill>
              </a:rPr>
              <a:t>CD4 </a:t>
            </a:r>
            <a:r>
              <a:rPr lang="en-AU" dirty="0" err="1">
                <a:solidFill>
                  <a:srgbClr val="00B050"/>
                </a:solidFill>
              </a:rPr>
              <a:t>tet</a:t>
            </a:r>
            <a:r>
              <a:rPr lang="en-AU" dirty="0">
                <a:solidFill>
                  <a:srgbClr val="00B050"/>
                </a:solidFill>
              </a:rPr>
              <a:t>+ </a:t>
            </a:r>
            <a:r>
              <a:rPr lang="en-AU" dirty="0" err="1">
                <a:solidFill>
                  <a:srgbClr val="00B050"/>
                </a:solidFill>
              </a:rPr>
              <a:t>TCM_cells</a:t>
            </a:r>
            <a:endParaRPr lang="en-AU" dirty="0">
              <a:solidFill>
                <a:srgbClr val="00B05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68B48D-429D-C6E8-E160-12B25F18C1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99873"/>
            <a:ext cx="6400813" cy="38404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311B885-193C-0F32-F310-CBADBFB347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5589" y="2805929"/>
            <a:ext cx="5486411" cy="2926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1235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1588E-6F07-4DBD-FD38-D75D1DFB1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A633F-6587-BC0B-EB42-1C2E2B342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rgbClr val="00B050"/>
                </a:solidFill>
              </a:rPr>
              <a:t>CD4 </a:t>
            </a:r>
            <a:r>
              <a:rPr lang="en-AU" dirty="0" err="1">
                <a:solidFill>
                  <a:srgbClr val="00B050"/>
                </a:solidFill>
              </a:rPr>
              <a:t>tet</a:t>
            </a:r>
            <a:r>
              <a:rPr lang="en-AU" dirty="0">
                <a:solidFill>
                  <a:srgbClr val="00B050"/>
                </a:solidFill>
              </a:rPr>
              <a:t>+ </a:t>
            </a:r>
            <a:r>
              <a:rPr lang="en-AU" dirty="0" err="1">
                <a:solidFill>
                  <a:srgbClr val="00B050"/>
                </a:solidFill>
              </a:rPr>
              <a:t>TEM_cells</a:t>
            </a:r>
            <a:endParaRPr lang="en-AU" dirty="0">
              <a:solidFill>
                <a:srgbClr val="00B05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764DA7-84D8-2307-3350-8E4999D222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88859"/>
            <a:ext cx="6400813" cy="38404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A39D8B8-7C68-221E-CBE9-76878B2058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6936" y="2752538"/>
            <a:ext cx="5486411" cy="2926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4568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A8718-4A67-79D0-A2C1-42F9555BA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A0C72-1455-366B-3676-D5B966C25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rgbClr val="00B050"/>
                </a:solidFill>
              </a:rPr>
              <a:t>CD4 </a:t>
            </a:r>
            <a:r>
              <a:rPr lang="en-AU" dirty="0" err="1">
                <a:solidFill>
                  <a:srgbClr val="00B050"/>
                </a:solidFill>
              </a:rPr>
              <a:t>tet</a:t>
            </a:r>
            <a:r>
              <a:rPr lang="en-AU" dirty="0">
                <a:solidFill>
                  <a:srgbClr val="00B050"/>
                </a:solidFill>
              </a:rPr>
              <a:t>+ </a:t>
            </a:r>
            <a:r>
              <a:rPr lang="en-AU" dirty="0" err="1">
                <a:solidFill>
                  <a:srgbClr val="00B050"/>
                </a:solidFill>
              </a:rPr>
              <a:t>TFH_cells</a:t>
            </a:r>
            <a:endParaRPr lang="en-AU" dirty="0">
              <a:solidFill>
                <a:srgbClr val="00B05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9B2F8F-8018-F055-5C76-58E2FBBD7B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38021"/>
            <a:ext cx="6400813" cy="38404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4611268-D04D-6227-F279-D087A2B0C1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5589" y="2693544"/>
            <a:ext cx="5486411" cy="2926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4205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BB20F-4E25-9F2D-6442-8F76D647D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3E148-924A-3D0F-91A7-7588E5328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rgbClr val="00B050"/>
                </a:solidFill>
              </a:rPr>
              <a:t>CD4 </a:t>
            </a:r>
            <a:r>
              <a:rPr lang="en-AU" dirty="0" err="1">
                <a:solidFill>
                  <a:srgbClr val="00B050"/>
                </a:solidFill>
              </a:rPr>
              <a:t>tet</a:t>
            </a:r>
            <a:r>
              <a:rPr lang="en-AU" dirty="0">
                <a:solidFill>
                  <a:srgbClr val="00B050"/>
                </a:solidFill>
              </a:rPr>
              <a:t>+ Th1_cells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11F807-1899-9C8F-4AAD-C68A591D41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59363"/>
            <a:ext cx="6400813" cy="38404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0518BEA-C7E3-90B6-88E4-62924B6662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7272" y="2732873"/>
            <a:ext cx="5486411" cy="2926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8401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419F2-2816-F0DF-BF24-F17463D80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72A09-0A0A-C0BF-E6E1-F1C079049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rgbClr val="00B050"/>
                </a:solidFill>
              </a:rPr>
              <a:t>CD4 </a:t>
            </a:r>
            <a:r>
              <a:rPr lang="en-AU" dirty="0" err="1">
                <a:solidFill>
                  <a:srgbClr val="00B050"/>
                </a:solidFill>
              </a:rPr>
              <a:t>tet</a:t>
            </a:r>
            <a:r>
              <a:rPr lang="en-AU" dirty="0">
                <a:solidFill>
                  <a:srgbClr val="00B050"/>
                </a:solidFill>
              </a:rPr>
              <a:t>+ Th2_cells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C7D4F9-4344-A570-00B4-1E1D003AA7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67517"/>
            <a:ext cx="6400813" cy="38404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3F2B5B-248E-E063-7A52-A79905C346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607" y="2772202"/>
            <a:ext cx="5486411" cy="2926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1870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</TotalTime>
  <Words>96</Words>
  <Application>Microsoft Office PowerPoint</Application>
  <PresentationFormat>Widescreen</PresentationFormat>
  <Paragraphs>14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CD8 Tet+</vt:lpstr>
      <vt:lpstr>CD8 Tet+ KLRG1+ CD127- effector</vt:lpstr>
      <vt:lpstr>CD8 Tet+ CD127+ KLRG1- memory</vt:lpstr>
      <vt:lpstr>CD8 Tet+ CD62L- CX3CR1hi TEM</vt:lpstr>
      <vt:lpstr>CD8 Tet+ CD127+ CD62L+ CX3CR1- KLRG1- TCM</vt:lpstr>
      <vt:lpstr>CD8 Tet+ CD127+ KLRG1- TCF1+ SLAMF6+ Tscm</vt:lpstr>
      <vt:lpstr>CD8 Tet+ CXCR5+ PD1+ CD127+ KLRG-1 TFHlike</vt:lpstr>
      <vt:lpstr>CD4 tet+</vt:lpstr>
      <vt:lpstr>CD4 tet+ Ly6C FOXP3 Teff_cells</vt:lpstr>
      <vt:lpstr>CD4 tet+ TCM_cells</vt:lpstr>
      <vt:lpstr>CD4 tet+ TEM_cells</vt:lpstr>
      <vt:lpstr>CD4 tet+ TFH_cells</vt:lpstr>
      <vt:lpstr>CD4 tet+ Th1_cells</vt:lpstr>
      <vt:lpstr>CD4 tet+ Th2_cells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Arnold Reynaldi</dc:creator>
  <cp:lastModifiedBy>Arnold Reynaldi</cp:lastModifiedBy>
  <cp:revision>7</cp:revision>
  <dcterms:created xsi:type="dcterms:W3CDTF">2026-09-28T00:29:24Z</dcterms:created>
  <dcterms:modified xsi:type="dcterms:W3CDTF">2026-09-28T04:02:14Z</dcterms:modified>
</cp:coreProperties>
</file>