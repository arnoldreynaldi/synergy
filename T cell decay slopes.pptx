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57" r:id="rId3"/>
    <p:sldId id="271" r:id="rId4"/>
    <p:sldId id="267" r:id="rId5"/>
    <p:sldId id="258" r:id="rId6"/>
    <p:sldId id="266" r:id="rId7"/>
    <p:sldId id="268" r:id="rId8"/>
    <p:sldId id="269" r:id="rId9"/>
    <p:sldId id="272" r:id="rId10"/>
    <p:sldId id="273" r:id="rId11"/>
    <p:sldId id="274" r:id="rId12"/>
    <p:sldId id="275" r:id="rId13"/>
    <p:sldId id="278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9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2FC7-F7B1-2B83-7B2C-C3301B77A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477AC-326A-0BDF-4B02-66DE9CE33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A5643-25DD-8B9E-F1DD-07061941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B1D20-07D1-A69C-DD55-D09DE643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4406E-3340-CAAC-3060-DACB6758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15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23AE-3198-34F4-73C2-02B8A016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5BFD-6312-A838-8D00-D6CBA8A3C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1D525-1294-0C3F-E165-5D53A7FA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80C6B-9A82-70DF-9495-95B3EC6C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62B-8B5F-5FF2-51ED-EB1CFE87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60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0B19-CFCB-213A-1F8F-E2AE2098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02992-25D2-02FE-2872-F46E910C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6A4AC-8F11-C528-7DEB-AFC23937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8AC44-1F21-595A-0941-414BC9BC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2B00F-9928-26FC-2C1D-C202C939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16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DD3E-253C-015D-5013-232581B0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82AB-BFA1-B653-A624-81DFB6FAB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40C46-5C53-33DF-4470-0E95607DD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AE1BF-5D19-1E75-29E3-F4931E8C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93D43-A2B8-AE4B-C3B2-35FEABEF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DC42E-84CE-0EC7-B0C4-8D664D51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455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8191-1813-7A00-A6D5-7AA6A028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4EFDF-2FCF-4225-CE80-AA0775A5B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6E77D-D800-8700-430F-8532CFCDC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8A992-9B33-4CD0-C7C9-95BB9A3B7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8C851-E178-7D27-1B66-1F184B848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BEF8E-B6B0-D30F-2928-EECBFB29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2C981-5BDB-1E53-73B1-452E0B3B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F7F39-0779-D050-CF26-AC3A58D8D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40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D7B7-316B-4E3B-DB4A-4C953895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4CD06-718D-3CC1-4BA8-61BBD49D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1240A-FE60-3219-8896-3CF1BD8A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4BECF-9D39-CFD9-CDB2-F516243B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718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9B3F05-3470-C11B-2FD9-F72DA0EC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85D4B-6F9E-EAE5-EF71-3D09AE54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65068-5D53-456D-50F2-D7C41BAC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11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D3F0-B5E7-5DAA-1E17-40900F44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9E91A-3C95-B0A3-08E6-E3459BF37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2319C-B70A-7FEB-A3F1-E16B95D28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876CA-D719-D2F4-7EE2-C8EDC8EF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3CFA7-61CB-0B8E-7EDD-B28C0D4D5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CAF13-78FC-D82E-3847-B4F27AFD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068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F3A8-06B2-69B9-7380-7125F943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617CC-50E9-225B-1372-CC1A95F4E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76948-A441-473D-B65D-D03C04F4B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0634C-4A32-D006-721F-A867FB9D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4ED3A-8F29-A2C3-4F13-36037255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00AF0-3E97-56AD-9762-4BBF25BF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152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EB31-17BC-329D-70AC-5E6071C3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79D39-398E-F48C-13F1-B488F7F9B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A8225-37EE-3A77-25C4-FFCBAEFE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60808-6556-E80E-186F-93BF04A0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165A6-BB3F-0327-62F4-C99D5847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48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41CA1-8886-DB45-6772-D2177F5EA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77F45-3696-01C7-E85A-84B20CF9D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415B2-BDA9-2C88-D216-532E773E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64E1C-9DCC-E4B6-1D2B-55DC908A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4AF9F-A310-2A9B-65C2-1505B721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29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1E3D2-1C6F-4819-6FF4-85F8113F5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C4098-0A80-ACB3-008E-4FC72771B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00D66-2D37-8134-C7F9-D2FC1E1CD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3C8C7-CBCA-4667-931A-6DAEBDCEF4E5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6F7B-8CE9-343C-6925-1AABB6B4C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804FC-8D17-D9A4-1A77-7020E841E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4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55AE-6017-F3D3-9ED4-74B6648B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Decay the first 2 and the last 2 timepoints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6A5BF-AF9B-B527-BF7C-75E28FD5E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Compare the decay rate with </a:t>
            </a:r>
            <a:r>
              <a:rPr lang="en-AU" i="1" dirty="0" err="1"/>
              <a:t>emmeans</a:t>
            </a:r>
            <a:r>
              <a:rPr lang="en-AU" dirty="0"/>
              <a:t> to get the adjusted pairwise p-value comparison </a:t>
            </a:r>
          </a:p>
          <a:p>
            <a:r>
              <a:rPr lang="en-AU" i="1" dirty="0" err="1"/>
              <a:t>Emmeans</a:t>
            </a:r>
            <a:r>
              <a:rPr lang="en-AU" dirty="0"/>
              <a:t> is like Anova with multiple comparison </a:t>
            </a:r>
          </a:p>
          <a:p>
            <a:r>
              <a:rPr lang="en-AU" dirty="0"/>
              <a:t>If CI (</a:t>
            </a:r>
            <a:r>
              <a:rPr lang="en-AU"/>
              <a:t>of half-life) </a:t>
            </a:r>
            <a:r>
              <a:rPr lang="en-AU" dirty="0"/>
              <a:t>is unbounded, just show the point estimate</a:t>
            </a:r>
          </a:p>
        </p:txBody>
      </p:sp>
    </p:spTree>
    <p:extLst>
      <p:ext uri="{BB962C8B-B14F-4D97-AF65-F5344CB8AC3E}">
        <p14:creationId xmlns:p14="http://schemas.microsoft.com/office/powerpoint/2010/main" val="54214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1C32-D0C4-6B78-4C26-309946A1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6812FA-66E8-9787-45FA-795B96F6A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89" y="2378911"/>
            <a:ext cx="5486411" cy="29260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102F21-FB7F-21B9-A1A5-A267B9AA7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3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D601A-9F6C-73A3-4DA5-2D907188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5AFC-59A1-D0E2-5343-B8917753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KLRG1+ CD127- effector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77D13-F385-7D8F-E2D0-ED871FCD5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89" y="2546060"/>
            <a:ext cx="5486411" cy="2926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5DC95D-4237-4E65-1280-D1E3038E5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5323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19B79-6517-0451-8B67-1DF38571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5CF4-AE4D-992D-B76A-0253927D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CD127+ KLRG1- memory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ADF8D-B09D-661C-B988-D92F72E25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89" y="2487066"/>
            <a:ext cx="5486411" cy="2926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38D41-BCFC-24BA-B5C2-4DFA909F0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0895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0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D58E9-C276-AB45-3EB1-8DE3829D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7B10-3352-4240-46D8-E0B94380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CD62L- CX3CR1hi TEM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FCFAC3-4C4D-1427-EEA4-24AF7DED5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89" y="2565725"/>
            <a:ext cx="5486411" cy="2926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AC988D-726F-13AF-BE92-EAE413959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6468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9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78DB-01C5-9522-285F-87F4F323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780E-1441-7078-C32B-A521AA47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CD127+ CD62L+ CX3CR1- KLRG1- TCM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086068-6E9F-CA39-02E9-149A5189C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297" y="2603911"/>
            <a:ext cx="5486411" cy="2926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CF638D-1C7B-857D-1327-536FBDE64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7854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66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A729-DBA0-1F7B-9A8B-190E90D8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D66D-44FB-53DD-35BF-D32973C0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CD127+ KLRG1- TCF1+ SLAMF6+ Tscm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F95643-8240-57CF-CF00-C8E5A9D66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827" y="2540115"/>
            <a:ext cx="5486411" cy="2926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B5B0FF-5ADE-7B98-45BD-236059C05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5324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0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B8321-4B04-49F9-2C35-EA4C496EF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3F67-EBD1-02BA-F086-E01AC977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CXCR5+ PD1+ CD127+ KLRG-1 TFHlike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72B6B9-EEED-9B1C-A090-D177FA8CB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724" y="2688970"/>
            <a:ext cx="5486411" cy="2926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247CD-9B1A-103A-D6F2-924C26D34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7853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69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93F4-E6DA-71B9-FF03-04DE0194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731133-E97A-5B94-8015-89AFB77AF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89" y="2657073"/>
            <a:ext cx="5486411" cy="29260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64825B-2F86-D8BA-326B-3CE74C84A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9872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3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4B98-8647-75C5-E2BF-60C0F4C6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47B6-03EA-D3B8-D16C-2F821E1A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Ly6C FOXP3 </a:t>
            </a:r>
            <a:r>
              <a:rPr lang="en-AU" dirty="0" err="1">
                <a:solidFill>
                  <a:srgbClr val="00B050"/>
                </a:solidFill>
              </a:rPr>
              <a:t>Teff_cells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19E17D-BA0F-135A-0CAB-745F695BC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091" y="2603911"/>
            <a:ext cx="5486411" cy="29260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D00EAF-CEC5-12BA-D873-9CF9AB01C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8486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1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04E9-71F1-E417-B6C6-990177B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5692-C970-4C9A-40F4-81D66B08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</a:t>
            </a:r>
            <a:r>
              <a:rPr lang="en-AU" dirty="0" err="1">
                <a:solidFill>
                  <a:srgbClr val="00B050"/>
                </a:solidFill>
              </a:rPr>
              <a:t>TCM_cells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1B885-193C-0F32-F310-CBADBFB34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89" y="2805929"/>
            <a:ext cx="5486411" cy="2926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F6E8ED-B1BE-BF3B-9481-74BC1FB7A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6077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23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1588E-6F07-4DBD-FD38-D75D1DFB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633F-6587-BC0B-EB42-1C2E2B34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</a:t>
            </a:r>
            <a:r>
              <a:rPr lang="en-AU" dirty="0" err="1">
                <a:solidFill>
                  <a:srgbClr val="00B050"/>
                </a:solidFill>
              </a:rPr>
              <a:t>TEM_cells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39D8B8-7C68-221E-CBE9-76878B205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936" y="2752538"/>
            <a:ext cx="5486411" cy="29260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196EA2-57AC-4069-EC88-E87F0381D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0505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56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8718-4A67-79D0-A2C1-42F9555B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0C72-1455-366B-3676-D5B966C2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</a:t>
            </a:r>
            <a:r>
              <a:rPr lang="en-AU" dirty="0" err="1">
                <a:solidFill>
                  <a:srgbClr val="00B050"/>
                </a:solidFill>
              </a:rPr>
              <a:t>TFH_cells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611268-D04D-6227-F279-D087A2B0C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89" y="2693544"/>
            <a:ext cx="5486411" cy="2926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45E942-59BE-6D8B-3F82-29BB3FC8E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6343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20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BB20F-4E25-9F2D-6442-8F76D647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E148-924A-3D0F-91A7-7588E532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Th1_cells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518BEA-C7E3-90B6-88E4-62924B666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72" y="2732873"/>
            <a:ext cx="5486411" cy="2926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9664D8-3F1E-A59F-2A10-F521C1ACA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4179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40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19F2-2816-F0DF-BF24-F17463D8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2A09-0A0A-C0BF-E6E1-F1C07904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Th2_cells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3F2B5B-248E-E063-7A52-A79905C34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607" y="2772202"/>
            <a:ext cx="5486411" cy="29260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BC754C-9EA3-BDAB-B096-35DDABC48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4812"/>
            <a:ext cx="6400813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8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139</Words>
  <Application>Microsoft Office PowerPoint</Application>
  <PresentationFormat>Widescreen</PresentationFormat>
  <Paragraphs>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Decay the first 2 and the last 2 timepoints</vt:lpstr>
      <vt:lpstr>CD8 Tet+</vt:lpstr>
      <vt:lpstr>CD8 Tet+ KLRG1+ CD127- effector</vt:lpstr>
      <vt:lpstr>CD8 Tet+ CD127+ KLRG1- memory</vt:lpstr>
      <vt:lpstr>CD8 Tet+ CD62L- CX3CR1hi TEM</vt:lpstr>
      <vt:lpstr>CD8 Tet+ CD127+ CD62L+ CX3CR1- KLRG1- TCM</vt:lpstr>
      <vt:lpstr>CD8 Tet+ CD127+ KLRG1- TCF1+ SLAMF6+ Tscm</vt:lpstr>
      <vt:lpstr>CD8 Tet+ CXCR5+ PD1+ CD127+ KLRG-1 TFHlike</vt:lpstr>
      <vt:lpstr>CD4 tet+</vt:lpstr>
      <vt:lpstr>CD4 tet+ Ly6C FOXP3 Teff_cells</vt:lpstr>
      <vt:lpstr>CD4 tet+ TCM_cells</vt:lpstr>
      <vt:lpstr>CD4 tet+ TEM_cells</vt:lpstr>
      <vt:lpstr>CD4 tet+ TFH_cells</vt:lpstr>
      <vt:lpstr>CD4 tet+ Th1_cells</vt:lpstr>
      <vt:lpstr>CD4 tet+ Th2_cells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Reynaldi</dc:creator>
  <cp:lastModifiedBy>Arnold Reynaldi</cp:lastModifiedBy>
  <cp:revision>10</cp:revision>
  <dcterms:created xsi:type="dcterms:W3CDTF">2026-09-28T00:29:24Z</dcterms:created>
  <dcterms:modified xsi:type="dcterms:W3CDTF">2026-10-12T04:59:35Z</dcterms:modified>
</cp:coreProperties>
</file>